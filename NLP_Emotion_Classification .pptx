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Emotion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AA"/>
                </a:solidFill>
              </a:rPr>
              <a:t>Deep Learning &amp; Machine Learning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😔 Sadness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352044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😄 Joy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5204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❤️ Love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959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😡 Anger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995928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9959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😨 Fear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995928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9959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😲 Surprise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828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🎯 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Classify short text into 6 emotions: Sadness, Joy, Love, Anger, Fear &amp; Surprise using NLP techniques.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73152" cy="1828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78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📦  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39903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dair-ai/emotion from HuggingFace Datasets — pre-split into Train / Validation / Test sets.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73152" cy="1828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⚙️  Approach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Two-track pipeline: Classical ML (6 classifiers + TF-IDF) and Deep Learning (LSTM with Keras/TensorFlow).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80360"/>
            <a:ext cx="73152" cy="1828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90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📊 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1071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Comparative leaderboard, confusion matrices, per-class reports, and a live predictive system.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Pipeline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91640" y="1810512"/>
            <a:ext cx="3017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417320" cy="329184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4173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Load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HuggingFace dair-ai/emotion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16,000 train | 2,000 val | 2,000 test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10712" y="1810512"/>
            <a:ext cx="3017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914400"/>
            <a:ext cx="1417320" cy="329184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914400"/>
            <a:ext cx="14173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66544" y="13533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178308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Emotion distribution, text length stats, word clouds per class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9784" y="1810512"/>
            <a:ext cx="3017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914400"/>
            <a:ext cx="1417320" cy="329184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914400"/>
            <a:ext cx="14173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85616" y="13533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Clean 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178308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Regex, lowercase, punctuation removal, tokenize, lemmatize, remove stopwords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48856" y="1810512"/>
            <a:ext cx="3017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914400"/>
            <a:ext cx="1417320" cy="329184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914400"/>
            <a:ext cx="14173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04688" y="13533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Vectorize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178308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TF-IDF (5000 features, unigrams–trigrams, sublinear TF) for ML track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0608" y="914400"/>
            <a:ext cx="1417320" cy="329184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914400"/>
            <a:ext cx="14173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135331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Tokenize &amp; Pad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178308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Keras Tokenizer (20,000 vocab) + pad_sequences (maxlen=100) for DL track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Classical ML Classifiers  —  TF-IDF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16916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005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14081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~89%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4632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EF8"/>
                </a:solidFill>
              </a:rPr>
              <a:t>Best overall performer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4124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005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SVM (SGD Hinge)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4081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~88%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64992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Fast linear boundary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4124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1005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5352" y="14081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~85%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45352" y="1984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Strong baseline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3284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~84%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4632" y="3904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Ensemble, slower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7614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64992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33284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~83%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64992" y="3904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High compute cost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7614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45352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K-Nearest Neighbors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45352" y="332841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~72%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45352" y="3904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Cosine distance, k=7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9AA"/>
                </a:solidFill>
              </a:rPr>
              <a:t>Feature Engineering: TF-IDF  |  5,000 features  |  Unigrams–Trigrams  |  Sublinear TF  |  80/20 Train-Test split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Deep Learning Model  —  LSTM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389120" cy="5943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Vocab: 20,000  |  Dim: 128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344168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53896"/>
            <a:ext cx="4389120" cy="594360"/>
          </a:xfrm>
          <a:prstGeom prst="rect">
            <a:avLst/>
          </a:prstGeom>
          <a:solidFill>
            <a:srgbClr val="145A8C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SpatialDropout1D (0.3)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Regularization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020824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30552"/>
            <a:ext cx="4389120" cy="5943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(128 units)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41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Dropout 0.3 | Recurrent Dropout 0.2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69748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4389120" cy="594360"/>
          </a:xfrm>
          <a:prstGeom prst="rect">
            <a:avLst/>
          </a:prstGeom>
          <a:solidFill>
            <a:srgbClr val="145A8C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BatchNormalization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118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Stabilize activations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374136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83864"/>
            <a:ext cx="4389120" cy="5943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 (128, ReLU)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Dropout 0.5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405079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4389120" cy="594360"/>
          </a:xfrm>
          <a:prstGeom prst="rect">
            <a:avLst/>
          </a:prstGeom>
          <a:solidFill>
            <a:srgbClr val="0D80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 (6, Softmax)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714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8"/>
                </a:solidFill>
              </a:rPr>
              <a:t>Output: 6 emotion classes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Hyperparameters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120700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Vocab Size: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12070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20,000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153619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Max Sequence Length: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53619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 tokens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186537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Embedding Dim: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18653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21945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LSTM Units: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1945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252374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Batch Size: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52374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85292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Optimizer: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85292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Adam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31821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Loss: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31821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Categorical Cross-Entropy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51129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Early Stopping: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51129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patience=2, val_loss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4114800"/>
            <a:ext cx="3931920" cy="804672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937760" y="41148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Accuracy  ~93%   |   F1 Weighted  ~93%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Comparison  —  Results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86307"/>
            <a:ext cx="822960" cy="2891333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9369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93%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LSTM (DL)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210666"/>
            <a:ext cx="822960" cy="2766974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91805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89%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Logistic Reg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241755"/>
            <a:ext cx="822960" cy="2735885"/>
          </a:xfrm>
          <a:prstGeom prst="rect">
            <a:avLst/>
          </a:prstGeom>
          <a:solidFill>
            <a:srgbClr val="2874A6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949147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SVM (SGD)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69080" y="1335024"/>
            <a:ext cx="822960" cy="2642616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0424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Naive Bayes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0" y="1366114"/>
            <a:ext cx="822960" cy="2611526"/>
          </a:xfrm>
          <a:prstGeom prst="rect">
            <a:avLst/>
          </a:prstGeom>
          <a:solidFill>
            <a:srgbClr val="5DADE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107350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37960" y="1397203"/>
            <a:ext cx="822960" cy="2580437"/>
          </a:xfrm>
          <a:prstGeom prst="rect">
            <a:avLst/>
          </a:prstGeom>
          <a:solidFill>
            <a:srgbClr val="7FB3D3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104595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Gradient Boost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1739189"/>
            <a:ext cx="822960" cy="2238451"/>
          </a:xfrm>
          <a:prstGeom prst="rect">
            <a:avLst/>
          </a:prstGeom>
          <a:solidFill>
            <a:srgbClr val="AED6F1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446581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72%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KNN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Deep LSTM outperforms all ML classifiers by ~4–5% accuracy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0292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Logistic Regression is the best classical ML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5230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• KNN struggles most due to high dimensionality (TF-IDF sparsity)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Predictive System  —  Live Emotion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Both models ship a real-time prediction function tested on diverse sentences: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49808"/>
          </a:xfrm>
          <a:prstGeom prst="rect">
            <a:avLst/>
          </a:prstGeom>
          <a:solidFill>
            <a:srgbClr val="1B3A5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</a:rPr>
              <a:t>"I feel like im all alone in this world"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  SADNESS 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Confidence: 94.2%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8412480" cy="749808"/>
          </a:xfrm>
          <a:prstGeom prst="rect">
            <a:avLst/>
          </a:prstGeom>
          <a:solidFill>
            <a:srgbClr val="1B3A5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57984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311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</a:rPr>
              <a:t>"He was speechless when accepted to the new job"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  SURPRISE 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414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Confidence: 87.6%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1B3A5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906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</a:rPr>
              <a:t>"This is outrageous, how can you talk like that?"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4198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  ANGER 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273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Confidence: 91.8%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8412480" cy="749808"/>
          </a:xfrm>
          <a:prstGeom prst="rect">
            <a:avLst/>
          </a:prstGeom>
          <a:solidFill>
            <a:srgbClr val="1B3A52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77056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50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4FD"/>
                </a:solidFill>
              </a:rPr>
              <a:t>"He is really sweet and caring"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  LOVE ❤️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133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Confidence: 89.3%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ML track uses TF-IDF → Logistic Regression  |  DL track uses Tokenizer → LSTM → Softmax probabilities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86868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✅  Dual-Track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Successfully implemented both classical ML and deep learning approaches for emotion classification.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8412480" cy="86868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65376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5681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🏆  Best Model: Deep LSTM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Achieved ~93% accuracy &amp; F1 on the test set, outperforming all 6 ML classifiers.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8412480" cy="86868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9504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8094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📈  Best Classical: Logistic Regression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34670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Reached ~89% F1 with TF-IDF features — fast, interpretable and competitive.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868680"/>
          </a:xfrm>
          <a:prstGeom prst="rect">
            <a:avLst/>
          </a:prstGeom>
          <a:solidFill>
            <a:srgbClr val="0A274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13632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050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🚀  Deployment Ready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3708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Both models saved with pickle/Keras for fast inference in any production pipeline.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681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Thank you!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280160"/>
            <a:ext cx="33832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280160"/>
            <a:ext cx="338328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 Ahmed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</a:rPr>
              <a:t>ID: 235478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0" y="1280160"/>
            <a:ext cx="33832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1280160"/>
            <a:ext cx="338328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Hossam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3212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</a:rPr>
              <a:t>ID: 235319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88720" y="2971800"/>
            <a:ext cx="33832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8720" y="2971800"/>
            <a:ext cx="338328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Reda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657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</a:rPr>
              <a:t>ID: 235228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0" y="2971800"/>
            <a:ext cx="33832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971800"/>
            <a:ext cx="338328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Alaa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3657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</a:rPr>
              <a:t>ID: 235315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99AA"/>
                </a:solidFill>
              </a:rPr>
              <a:t>Supervised By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Mostafa Gamal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1572768"/>
            <a:ext cx="2743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Asmaa Mohamed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2359152"/>
            <a:ext cx="2194560" cy="0"/>
          </a:xfrm>
          <a:prstGeom prst="line">
            <a:avLst/>
          </a:prstGeom>
          <a:noFill/>
          <a:ln w="1016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Salma Abd El-Moneim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3127248"/>
            <a:ext cx="2194560" cy="0"/>
          </a:xfrm>
          <a:prstGeom prst="line">
            <a:avLst/>
          </a:prstGeom>
          <a:noFill/>
          <a:ln w="1016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552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Habiba Saad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Emotion Classification</dc:title>
  <dc:subject>PptxGenJS Presentation</dc:subject>
  <dc:creator>PptxGenJS</dc:creator>
  <cp:lastModifiedBy>PptxGenJS</cp:lastModifiedBy>
  <cp:revision>1</cp:revision>
  <dcterms:created xsi:type="dcterms:W3CDTF">2026-05-10T22:42:27Z</dcterms:created>
  <dcterms:modified xsi:type="dcterms:W3CDTF">2026-05-10T22:42:27Z</dcterms:modified>
</cp:coreProperties>
</file>